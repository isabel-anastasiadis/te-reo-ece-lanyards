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0259" cy="5328209"/>
  <p:notesSz cx="532820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0130" y="91440"/>
            <a:ext cx="0" cy="5145329"/>
          </a:xfrm>
          <a:prstGeom prst="line">
            <a:avLst/>
          </a:prstGeom>
          <a:noFill/>
          <a:ln w="6350">
            <a:solidFill>
              <a:srgbClr val="5DCAA5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657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1D9E7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" y="1645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 tākaro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01168" y="786384"/>
            <a:ext cx="3377794" cy="0"/>
          </a:xfrm>
          <a:prstGeom prst="line">
            <a:avLst/>
          </a:prstGeom>
          <a:noFill/>
          <a:ln w="6350">
            <a:solidFill>
              <a:srgbClr val="5DCAA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" y="969264"/>
            <a:ext cx="3377794" cy="1828800"/>
          </a:xfrm>
          <a:prstGeom prst="roundRect">
            <a:avLst>
              <a:gd name="adj" fmla="val 4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115568"/>
            <a:ext cx="3012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 te ... te wai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84048" y="1444752"/>
            <a:ext cx="30120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is ...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700784"/>
            <a:ext cx="15060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90065" y="1700784"/>
            <a:ext cx="15060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māhana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4048" y="2212848"/>
            <a:ext cx="15060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makariri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90065" y="2212848"/>
            <a:ext cx="15060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paratī ake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splashing up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1168" y="3054096"/>
            <a:ext cx="3377794" cy="0"/>
          </a:xfrm>
          <a:prstGeom prst="line">
            <a:avLst/>
          </a:prstGeom>
          <a:noFill/>
          <a:ln w="6350">
            <a:solidFill>
              <a:srgbClr val="5DCA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" y="3861968"/>
            <a:ext cx="337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Koia kei a koe!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01168" y="4172864"/>
            <a:ext cx="3377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got it!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81670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1D9E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670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994" y="731520"/>
            <a:ext cx="914400" cy="9144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154" y="868680"/>
            <a:ext cx="640080" cy="640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80130" y="2011680"/>
            <a:ext cx="37801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 TāKaro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3780130" y="2487168"/>
            <a:ext cx="378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0130" y="91440"/>
            <a:ext cx="0" cy="5145329"/>
          </a:xfrm>
          <a:prstGeom prst="line">
            <a:avLst/>
          </a:prstGeom>
          <a:noFill/>
          <a:ln w="6350">
            <a:solidFill>
              <a:srgbClr val="5DCAA5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657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1D9E7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28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 tākaro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01168" y="658368"/>
            <a:ext cx="3377794" cy="0"/>
          </a:xfrm>
          <a:prstGeom prst="line">
            <a:avLst/>
          </a:prstGeom>
          <a:noFill/>
          <a:ln w="6350">
            <a:solidFill>
              <a:srgbClr val="5DCA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749808"/>
            <a:ext cx="337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KUPU — NOUNS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" y="987552"/>
            <a:ext cx="114845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kōrere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8450" y="987552"/>
            <a:ext cx="243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/ funnel / channel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1243584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11" name="Text 8"/>
          <p:cNvSpPr/>
          <p:nvPr/>
        </p:nvSpPr>
        <p:spPr>
          <a:xfrm>
            <a:off x="201168" y="1271016"/>
            <a:ext cx="114845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kapu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8450" y="1271016"/>
            <a:ext cx="243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01168" y="1527048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14" name="Text 11"/>
          <p:cNvSpPr/>
          <p:nvPr/>
        </p:nvSpPr>
        <p:spPr>
          <a:xfrm>
            <a:off x="201168" y="1554480"/>
            <a:ext cx="114845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ipu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8450" y="1554480"/>
            <a:ext cx="243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vessel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1168" y="1810512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17" name="Shape 14"/>
          <p:cNvSpPr/>
          <p:nvPr/>
        </p:nvSpPr>
        <p:spPr>
          <a:xfrm>
            <a:off x="201168" y="2020824"/>
            <a:ext cx="3377794" cy="3033065"/>
          </a:xfrm>
          <a:prstGeom prst="roundRect">
            <a:avLst>
              <a:gd name="adj" fmla="val 2412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148840"/>
            <a:ext cx="304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 te </a:t>
            </a:r>
            <a:pPr algn="ctr"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</a:t>
            </a:r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 wai...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5760" y="2423160"/>
            <a:ext cx="3048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is flowing...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02336" y="2734056"/>
            <a:ext cx="237744" cy="23774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2336" y="2734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9808" y="2734056"/>
            <a:ext cx="2591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along / at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02336" y="3099816"/>
            <a:ext cx="237744" cy="23774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2336" y="3099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9808" y="3099816"/>
            <a:ext cx="2591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 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02336" y="3465576"/>
            <a:ext cx="237744" cy="23774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2336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9808" y="3465576"/>
            <a:ext cx="2591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 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02336" y="3886200"/>
            <a:ext cx="2975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...te kōrere   </a:t>
            </a:r>
            <a:pPr algn="ctr"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 pipe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81670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1D9E75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298" y="146304"/>
            <a:ext cx="384048" cy="38404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438498" y="128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 tākaro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Play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3981298" y="658368"/>
            <a:ext cx="3377794" cy="0"/>
          </a:xfrm>
          <a:prstGeom prst="line">
            <a:avLst/>
          </a:prstGeom>
          <a:noFill/>
          <a:ln w="6350">
            <a:solidFill>
              <a:srgbClr val="5DCAA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981298" y="749808"/>
            <a:ext cx="337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KUPU MAHI — VERBS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981298" y="987552"/>
            <a:ext cx="3377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ringi(hia) 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036162" y="1207008"/>
            <a:ext cx="3322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 te ringihia te wai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981298" y="1444752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38" name="Text 34"/>
          <p:cNvSpPr/>
          <p:nvPr/>
        </p:nvSpPr>
        <p:spPr>
          <a:xfrm>
            <a:off x="3981298" y="1499616"/>
            <a:ext cx="3377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whakakī(ia) 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4036162" y="1719072"/>
            <a:ext cx="3322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 te whakakīia te kapu (ki te wai)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981298" y="1956816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41" name="Text 37"/>
          <p:cNvSpPr/>
          <p:nvPr/>
        </p:nvSpPr>
        <p:spPr>
          <a:xfrm>
            <a:off x="3981298" y="2011680"/>
            <a:ext cx="3377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whakapiako(tia) 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out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4036162" y="2231136"/>
            <a:ext cx="3322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 te whakapiakotia te kapu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3981298" y="2468880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44" name="Text 40"/>
          <p:cNvSpPr/>
          <p:nvPr/>
        </p:nvSpPr>
        <p:spPr>
          <a:xfrm>
            <a:off x="3981298" y="2523744"/>
            <a:ext cx="3377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pōrutu 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with hands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4036162" y="2743200"/>
            <a:ext cx="3322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 te pōrutu koe i te wai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3981298" y="2980944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47" name="Text 43"/>
          <p:cNvSpPr/>
          <p:nvPr/>
        </p:nvSpPr>
        <p:spPr>
          <a:xfrm>
            <a:off x="3981298" y="3035808"/>
            <a:ext cx="3377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tōrena 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4036162" y="3255264"/>
            <a:ext cx="3322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 te tōrena te wai o te kapu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3981298" y="3493008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50" name="Text 46"/>
          <p:cNvSpPr/>
          <p:nvPr/>
        </p:nvSpPr>
        <p:spPr>
          <a:xfrm>
            <a:off x="3981298" y="3657600"/>
            <a:ext cx="337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KUPU ĀHUA — DESCRIBING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3981298" y="3895344"/>
            <a:ext cx="168889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kī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5469026" y="3895344"/>
            <a:ext cx="189006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3981298" y="4151376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54" name="Text 50"/>
          <p:cNvSpPr/>
          <p:nvPr/>
        </p:nvSpPr>
        <p:spPr>
          <a:xfrm>
            <a:off x="3981298" y="4178808"/>
            <a:ext cx="168889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piako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5469026" y="4178808"/>
            <a:ext cx="189006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3981298" y="4434840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  <p:sp>
        <p:nvSpPr>
          <p:cNvPr id="57" name="Text 53"/>
          <p:cNvSpPr/>
          <p:nvPr/>
        </p:nvSpPr>
        <p:spPr>
          <a:xfrm>
            <a:off x="3981298" y="4462272"/>
            <a:ext cx="168889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mākū</a:t>
            </a:r>
            <a:endParaRPr lang="en-US" sz="1300" dirty="0"/>
          </a:p>
        </p:txBody>
      </p:sp>
      <p:sp>
        <p:nvSpPr>
          <p:cNvPr id="58" name="Text 54"/>
          <p:cNvSpPr/>
          <p:nvPr/>
        </p:nvSpPr>
        <p:spPr>
          <a:xfrm>
            <a:off x="5469026" y="4462272"/>
            <a:ext cx="189006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</a:t>
            </a:r>
            <a:endParaRPr lang="en-US" sz="1200" dirty="0"/>
          </a:p>
        </p:txBody>
      </p:sp>
      <p:sp>
        <p:nvSpPr>
          <p:cNvPr id="59" name="Shape 55"/>
          <p:cNvSpPr/>
          <p:nvPr/>
        </p:nvSpPr>
        <p:spPr>
          <a:xfrm>
            <a:off x="3981298" y="4718304"/>
            <a:ext cx="3377794" cy="0"/>
          </a:xfrm>
          <a:prstGeom prst="line">
            <a:avLst/>
          </a:prstGeom>
          <a:noFill/>
          <a:ln w="3810">
            <a:solidFill>
              <a:srgbClr val="5DCAA5"/>
            </a:solidFill>
            <a:prstDash val="dot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Wai TāKaro - Water Play</dc:title>
  <dc:subject>PptxGenJS Presentation</dc:subject>
  <dc:creator>Playcentre</dc:creator>
  <cp:lastModifiedBy>Playcentre</cp:lastModifiedBy>
  <cp:revision>1</cp:revision>
  <dcterms:created xsi:type="dcterms:W3CDTF">2020-01-01T00:00:00Z</dcterms:created>
  <dcterms:modified xsi:type="dcterms:W3CDTF">2020-01-01T00:00:00Z</dcterms:modified>
</cp:coreProperties>
</file>