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0259" cy="5328209"/>
  <p:notesSz cx="532820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0130" y="91440"/>
            <a:ext cx="0" cy="5145329"/>
          </a:xfrm>
          <a:prstGeom prst="line">
            <a:avLst/>
          </a:prstGeom>
          <a:noFill/>
          <a:ln w="6350">
            <a:solidFill>
              <a:srgbClr val="EF9F27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657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FFFFFF">
              <a:alpha val="0"/>
            </a:srgbClr>
          </a:solidFill>
          <a:ln w="57150">
            <a:solidFill>
              <a:srgbClr val="BA751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" y="1645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honohono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01168" y="786384"/>
            <a:ext cx="3377794" cy="0"/>
          </a:xfrm>
          <a:prstGeom prst="line">
            <a:avLst/>
          </a:prstGeom>
          <a:noFill/>
          <a:ln w="6350">
            <a:solidFill>
              <a:srgbClr val="EF9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" y="914400"/>
            <a:ext cx="337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INSTRUCTIONS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" y="1170432"/>
            <a:ext cx="3377794" cy="1828800"/>
          </a:xfrm>
          <a:prstGeom prst="roundRect">
            <a:avLst>
              <a:gd name="adj" fmla="val 4000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1353312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hurihia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nekenekehia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wiggle it</a:t>
            </a:r>
            <a:endParaRPr lang="en-US" sz="2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1421892"/>
            <a:ext cx="329184" cy="1554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2828" y="1261872"/>
            <a:ext cx="2194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340864" y="1353312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piriri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01168" y="3255264"/>
            <a:ext cx="3377794" cy="0"/>
          </a:xfrm>
          <a:prstGeom prst="line">
            <a:avLst/>
          </a:prstGeom>
          <a:noFill/>
          <a:ln w="6350">
            <a:solidFill>
              <a:srgbClr val="EF9F2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01168" y="3962552"/>
            <a:ext cx="3377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Koia kei a koe!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01168" y="4273448"/>
            <a:ext cx="33777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got it!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81670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FFFFFF">
              <a:alpha val="0"/>
            </a:srgbClr>
          </a:solidFill>
          <a:ln w="57150">
            <a:solidFill>
              <a:srgbClr val="BA751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81670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12994" y="731520"/>
            <a:ext cx="914400" cy="914400"/>
          </a:xfrm>
          <a:prstGeom prst="ellipse">
            <a:avLst/>
          </a:prstGeom>
          <a:solidFill>
            <a:srgbClr val="FFFFFF">
              <a:alpha val="20000"/>
            </a:srgbClr>
          </a:solidFill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154" y="86868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80130" y="2011680"/>
            <a:ext cx="37801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Honohono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3780130" y="2487168"/>
            <a:ext cx="3780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0130" y="91440"/>
            <a:ext cx="0" cy="5145329"/>
          </a:xfrm>
          <a:prstGeom prst="line">
            <a:avLst/>
          </a:prstGeom>
          <a:noFill/>
          <a:ln w="6350">
            <a:solidFill>
              <a:srgbClr val="EF9F27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657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FFFFFF">
              <a:alpha val="0"/>
            </a:srgbClr>
          </a:solidFill>
          <a:ln w="57150">
            <a:solidFill>
              <a:srgbClr val="BA751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46304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28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honohono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01168" y="658368"/>
            <a:ext cx="3377794" cy="0"/>
          </a:xfrm>
          <a:prstGeom prst="line">
            <a:avLst/>
          </a:prstGeom>
          <a:noFill/>
          <a:ln w="6350">
            <a:solidFill>
              <a:srgbClr val="EF9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" y="749808"/>
            <a:ext cx="337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KUPU — NOUNS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1168" y="987552"/>
            <a:ext cx="20266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honohono </a:t>
            </a:r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26676" y="987552"/>
            <a:ext cx="155228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" y="1243584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11" name="Text 8"/>
          <p:cNvSpPr/>
          <p:nvPr/>
        </p:nvSpPr>
        <p:spPr>
          <a:xfrm>
            <a:off x="201168" y="1271016"/>
            <a:ext cx="20266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piriri </a:t>
            </a:r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026676" y="1271016"/>
            <a:ext cx="155228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01168" y="1527048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14" name="Text 11"/>
          <p:cNvSpPr/>
          <p:nvPr/>
        </p:nvSpPr>
        <p:spPr>
          <a:xfrm>
            <a:off x="201168" y="1554480"/>
            <a:ext cx="20266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āhua </a:t>
            </a:r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026676" y="1554480"/>
            <a:ext cx="155228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1168" y="1810512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17" name="Text 14"/>
          <p:cNvSpPr/>
          <p:nvPr/>
        </p:nvSpPr>
        <p:spPr>
          <a:xfrm>
            <a:off x="201168" y="1837944"/>
            <a:ext cx="20266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026676" y="1837944"/>
            <a:ext cx="155228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1168" y="2093976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20" name="Text 17"/>
          <p:cNvSpPr/>
          <p:nvPr/>
        </p:nvSpPr>
        <p:spPr>
          <a:xfrm>
            <a:off x="201168" y="2121408"/>
            <a:ext cx="20266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kokonga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026676" y="2121408"/>
            <a:ext cx="155228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01168" y="2377440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23" name="Text 20"/>
          <p:cNvSpPr/>
          <p:nvPr/>
        </p:nvSpPr>
        <p:spPr>
          <a:xfrm>
            <a:off x="201168" y="3206801"/>
            <a:ext cx="337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KUPU MAHI — VERBS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01168" y="3444545"/>
            <a:ext cx="162134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rapu(a)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418673" y="3444545"/>
            <a:ext cx="216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01168" y="3700577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27" name="Text 24"/>
          <p:cNvSpPr/>
          <p:nvPr/>
        </p:nvSpPr>
        <p:spPr>
          <a:xfrm>
            <a:off x="201168" y="3728009"/>
            <a:ext cx="162134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huri(hia) </a:t>
            </a:r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418673" y="3728009"/>
            <a:ext cx="216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01168" y="3984041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30" name="Text 27"/>
          <p:cNvSpPr/>
          <p:nvPr/>
        </p:nvSpPr>
        <p:spPr>
          <a:xfrm>
            <a:off x="201168" y="4011473"/>
            <a:ext cx="162134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hurirapa(tia) </a:t>
            </a:r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418673" y="4011473"/>
            <a:ext cx="216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upside down, over, up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01168" y="4267505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33" name="Text 30"/>
          <p:cNvSpPr/>
          <p:nvPr/>
        </p:nvSpPr>
        <p:spPr>
          <a:xfrm>
            <a:off x="201168" y="4294937"/>
            <a:ext cx="162134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nekeneke(hia)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418673" y="4294937"/>
            <a:ext cx="216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wiggle / jiggle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01168" y="4550969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36" name="Text 33"/>
          <p:cNvSpPr/>
          <p:nvPr/>
        </p:nvSpPr>
        <p:spPr>
          <a:xfrm>
            <a:off x="201168" y="4578401"/>
            <a:ext cx="162134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whakanō(hia) </a:t>
            </a:r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418673" y="4578401"/>
            <a:ext cx="216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201168" y="4834433"/>
            <a:ext cx="3377794" cy="0"/>
          </a:xfrm>
          <a:prstGeom prst="line">
            <a:avLst/>
          </a:prstGeom>
          <a:noFill/>
          <a:ln w="3810">
            <a:solidFill>
              <a:srgbClr val="EF9F27"/>
            </a:solidFill>
            <a:prstDash val="dot"/>
          </a:ln>
        </p:spPr>
      </p:sp>
      <p:sp>
        <p:nvSpPr>
          <p:cNvPr id="39" name="Shape 36"/>
          <p:cNvSpPr/>
          <p:nvPr/>
        </p:nvSpPr>
        <p:spPr>
          <a:xfrm>
            <a:off x="3816706" y="36576"/>
            <a:ext cx="3706978" cy="5255057"/>
          </a:xfrm>
          <a:prstGeom prst="roundRect">
            <a:avLst>
              <a:gd name="adj" fmla="val 3700"/>
            </a:avLst>
          </a:prstGeom>
          <a:solidFill>
            <a:srgbClr val="FFFFFF">
              <a:alpha val="0"/>
            </a:srgbClr>
          </a:solidFill>
          <a:ln w="57150">
            <a:solidFill>
              <a:srgbClr val="BA7517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298" y="146304"/>
            <a:ext cx="384048" cy="3840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438498" y="1280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honohono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Puzzles</a:t>
            </a:r>
            <a:endParaRPr lang="en-US" sz="1500" dirty="0"/>
          </a:p>
        </p:txBody>
      </p:sp>
      <p:sp>
        <p:nvSpPr>
          <p:cNvPr id="42" name="Shape 38"/>
          <p:cNvSpPr/>
          <p:nvPr/>
        </p:nvSpPr>
        <p:spPr>
          <a:xfrm>
            <a:off x="3981298" y="658368"/>
            <a:ext cx="3377794" cy="0"/>
          </a:xfrm>
          <a:prstGeom prst="line">
            <a:avLst/>
          </a:prstGeom>
          <a:noFill/>
          <a:ln w="6350">
            <a:solidFill>
              <a:srgbClr val="EF9F27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981298" y="749808"/>
            <a:ext cx="337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KĪANGA — PHRASES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3981298" y="987552"/>
            <a:ext cx="27432" cy="40233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45" name="Text 41"/>
          <p:cNvSpPr/>
          <p:nvPr/>
        </p:nvSpPr>
        <p:spPr>
          <a:xfrm>
            <a:off x="4081882" y="987552"/>
            <a:ext cx="32772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Rapua ngā kokonga.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4081882" y="1188720"/>
            <a:ext cx="3277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corners.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3981298" y="1517904"/>
            <a:ext cx="27432" cy="40233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48" name="Text 44"/>
          <p:cNvSpPr/>
          <p:nvPr/>
        </p:nvSpPr>
        <p:spPr>
          <a:xfrm>
            <a:off x="4081882" y="1517904"/>
            <a:ext cx="32772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 kitea!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4081882" y="1719072"/>
            <a:ext cx="3277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it!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3981298" y="2048256"/>
            <a:ext cx="27432" cy="40233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1" name="Text 47"/>
          <p:cNvSpPr/>
          <p:nvPr/>
        </p:nvSpPr>
        <p:spPr>
          <a:xfrm>
            <a:off x="4081882" y="2048256"/>
            <a:ext cx="32772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Paku hurihia anō.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4081882" y="2249424"/>
            <a:ext cx="3277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just a little more.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3981298" y="2578608"/>
            <a:ext cx="27432" cy="40233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4" name="Text 50"/>
          <p:cNvSpPr/>
          <p:nvPr/>
        </p:nvSpPr>
        <p:spPr>
          <a:xfrm>
            <a:off x="4081882" y="2578608"/>
            <a:ext cx="32772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Karawhiua!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4081882" y="2779776"/>
            <a:ext cx="3277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go!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3981298" y="3108960"/>
            <a:ext cx="27432" cy="402336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7" name="Text 53"/>
          <p:cNvSpPr/>
          <p:nvPr/>
        </p:nvSpPr>
        <p:spPr>
          <a:xfrm>
            <a:off x="4081882" y="3108960"/>
            <a:ext cx="32772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Koia kei a koe! </a:t>
            </a:r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58" name="Text 54"/>
          <p:cNvSpPr/>
          <p:nvPr/>
        </p:nvSpPr>
        <p:spPr>
          <a:xfrm>
            <a:off x="4081882" y="3310128"/>
            <a:ext cx="3277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got it!</a:t>
            </a:r>
            <a:endParaRPr lang="en-US" sz="1200" dirty="0"/>
          </a:p>
        </p:txBody>
      </p:sp>
      <p:sp>
        <p:nvSpPr>
          <p:cNvPr id="59" name="Shape 55"/>
          <p:cNvSpPr/>
          <p:nvPr/>
        </p:nvSpPr>
        <p:spPr>
          <a:xfrm>
            <a:off x="3981298" y="4834433"/>
            <a:ext cx="3377794" cy="0"/>
          </a:xfrm>
          <a:prstGeom prst="line">
            <a:avLst/>
          </a:prstGeom>
          <a:noFill/>
          <a:ln w="6350">
            <a:solidFill>
              <a:srgbClr val="EF9F27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3981298" y="4871009"/>
            <a:ext cx="33777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A7517"/>
                </a:solidFill>
              </a:rPr>
              <a:t>★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Ki te Hoe: Indigenising Practice (Williams &amp; Te Rongopatahi, 2023, Ako Aotearoa) — Papa Honohono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 Honohono - Puzzles</dc:title>
  <dc:subject>PptxGenJS Presentation</dc:subject>
  <dc:creator>Playcentre</dc:creator>
  <cp:lastModifiedBy>Playcentre</cp:lastModifiedBy>
  <cp:revision>1</cp:revision>
  <dcterms:created xsi:type="dcterms:W3CDTF">2020-01-01T00:00:00Z</dcterms:created>
  <dcterms:modified xsi:type="dcterms:W3CDTF">2020-01-01T00:00:00Z</dcterms:modified>
</cp:coreProperties>
</file>